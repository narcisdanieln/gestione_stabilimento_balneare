
<file path=[Content_Types].xml><?xml version="1.0" encoding="utf-8"?>
<Types xmlns="http://schemas.openxmlformats.org/package/2006/content-types">
  <Default Extension="jpeg" ContentType="image/jpeg"/>
  <Default Extension="jpg&amp;f=1&amp;nofb=1&amp;ipt=7f007ddedac59a316099f152ee974586e2bc0109f21e6277003855d55f214445" ContentType="image/jpeg"/>
  <Default Extension="png" ContentType="image/png"/>
  <Default Extension="png&amp;f=1&amp;nofb=1&amp;ipt=bff976d1ca6085441392c01f791d48ea89cb481575f865b8cb73db861ee7e723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EFEFEF"/>
    <a:srgbClr val="FFFFFF"/>
    <a:srgbClr val="FFDF8B"/>
    <a:srgbClr val="FFEB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702" autoAdjust="0"/>
    <p:restoredTop sz="94660"/>
  </p:normalViewPr>
  <p:slideViewPr>
    <p:cSldViewPr snapToGrid="0">
      <p:cViewPr varScale="1">
        <p:scale>
          <a:sx n="97" d="100"/>
          <a:sy n="97" d="100"/>
        </p:scale>
        <p:origin x="9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29D783-AF1D-9412-6550-BF3BABD6D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61B2A5C-7259-92F8-6EF8-BE42C78A6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614F4A3-4A61-3170-84A8-86CE986B7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A6DA-452D-44DA-A627-67652DC9FE9A}" type="datetimeFigureOut">
              <a:rPr lang="it-IT" smtClean="0"/>
              <a:t>01/06/2026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C77AF19-E20F-B745-1374-3D8D2A11A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7B481B-6A1F-EBB1-35EE-FBE546BC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3E791-774D-4335-811C-5772E72C140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0818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57B479-93E7-E845-B6AE-80789BFD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E8EC2F-6B59-0E74-864A-E9F147E94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81F012-4684-9BEE-858F-32125E35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A6DA-452D-44DA-A627-67652DC9FE9A}" type="datetimeFigureOut">
              <a:rPr lang="it-IT" smtClean="0"/>
              <a:t>01/06/2026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28EE33-3327-5C4F-7481-4B3FBF5FA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2B258B-2207-FE60-357E-B34FBFFD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3E791-774D-4335-811C-5772E72C140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91848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F94384-F895-CB58-27BB-E8A57D0E9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EF9DB71-CA2B-2EB0-8939-91E84F727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CC4577-DA72-611B-A6D1-AB98E6E6C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A6DA-452D-44DA-A627-67652DC9FE9A}" type="datetimeFigureOut">
              <a:rPr lang="it-IT" smtClean="0"/>
              <a:t>01/06/2026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217457-03F0-0B4E-E075-DF409D45C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6C4FBC7-158B-5964-6BD7-E2DCB7EF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3E791-774D-4335-811C-5772E72C140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7421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314FAB-3AEB-9004-3C8A-EC48D19C7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416EC7-D955-B022-1979-22842B664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8C616DF-3C7E-89E6-F7F2-26DE5E1C6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03E3E98-613F-6758-D328-0F380F953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A6DA-452D-44DA-A627-67652DC9FE9A}" type="datetimeFigureOut">
              <a:rPr lang="it-IT" smtClean="0"/>
              <a:t>01/06/2026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1C1B984-BD71-2F8D-6B25-9B123B27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9B444C-F17E-D70B-B88C-43C67C32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3E791-774D-4335-811C-5772E72C140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7238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2DA8BB-4882-3851-9D5A-B794A9676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6F5114-186F-1C51-E278-361865477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F850925-DA67-3754-5692-00FA8D24A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E544982-5069-92AB-2ADA-662F1E5D6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432F2F9-2F1B-3EB1-2239-9C5C10F23B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9CBF22A-B242-C160-6D53-93F3580BB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A6DA-452D-44DA-A627-67652DC9FE9A}" type="datetimeFigureOut">
              <a:rPr lang="it-IT" smtClean="0"/>
              <a:t>01/06/2026</a:t>
            </a:fld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4C7466E-B06C-044B-BBC8-603FAFF4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5A038BF-80A0-C034-8D9E-B0EE29B8B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3E791-774D-4335-811C-5772E72C140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2395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DE0312-FC3F-E46E-1ABA-7D5DB1662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115E4C2-70A4-41D6-CA36-6E107B2C1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A6DA-452D-44DA-A627-67652DC9FE9A}" type="datetimeFigureOut">
              <a:rPr lang="it-IT" smtClean="0"/>
              <a:t>01/06/2026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13BB8E1-720D-126F-E686-08520688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CBDF0D9-243C-0143-8806-CAA61B53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3E791-774D-4335-811C-5772E72C140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7849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D90F191-4461-9BFD-C227-1879D5D1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A6DA-452D-44DA-A627-67652DC9FE9A}" type="datetimeFigureOut">
              <a:rPr lang="it-IT" smtClean="0"/>
              <a:t>01/06/2026</a:t>
            </a:fld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D9901F3-D832-6CA2-CDA2-28677921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261829-95C3-A1AA-E0FE-5F80D245B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3E791-774D-4335-811C-5772E72C140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8017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CB1D4C-2074-A971-3207-8A978AE3C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401D99-A240-F630-10E7-5BFAA1ED8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A65C91D-DDD5-D4EC-2305-AEF609719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A192EE3-5CF1-E8EA-63A2-6BF0F315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A6DA-452D-44DA-A627-67652DC9FE9A}" type="datetimeFigureOut">
              <a:rPr lang="it-IT" smtClean="0"/>
              <a:t>01/06/2026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C7B4D3C-09A7-8EF8-D5B0-2AED34051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52D99AD-DF54-0ED1-36BE-D7F218D7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3E791-774D-4335-811C-5772E72C140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2857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288F43-E118-9474-33EA-01D87EC72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AC6279F-4DE8-70C0-CA61-3010E8323A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241B3B9-B6F8-6EAB-0240-49F671D5A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94155AF-98D0-26D8-DDD5-08BD700D7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A6DA-452D-44DA-A627-67652DC9FE9A}" type="datetimeFigureOut">
              <a:rPr lang="it-IT" smtClean="0"/>
              <a:t>01/06/2026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AE04603-D896-7F54-3AE1-98846854E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5058CF7-E0DC-1E07-A5FA-1EF95CCE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3E791-774D-4335-811C-5772E72C140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9640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862531-2E09-E58F-BF59-2D854E24A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7E3A914-6402-11C6-8630-485A50CBC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118E03C-43BB-EF13-DFF3-7B38D51F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A6DA-452D-44DA-A627-67652DC9FE9A}" type="datetimeFigureOut">
              <a:rPr lang="it-IT" smtClean="0"/>
              <a:t>01/06/2026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9AF49B-0987-671F-06C5-7C647792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14007A-3893-BBC7-93C5-0BC0BA7D3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3E791-774D-4335-811C-5772E72C140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4768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942669B-D8C8-653E-7E8C-C317EB608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0B94ABF-17A6-8C51-887D-97F7580EE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1FE61F-5B76-4A91-A14D-D8834803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BA6DA-452D-44DA-A627-67652DC9FE9A}" type="datetimeFigureOut">
              <a:rPr lang="it-IT" smtClean="0"/>
              <a:t>01/06/2026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1C4A8A-54C6-1DB8-FAE4-C1D76253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4C29167-1004-07F4-D781-8A7DC6B8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3E791-774D-4335-811C-5772E72C140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62726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13F8ABB-82D5-3216-901E-EE2EB0ADE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6784DB7-3D59-7B11-4FE6-1C901AB69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475217-9A72-B6D4-0445-255E0E5EC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BA6DA-452D-44DA-A627-67652DC9FE9A}" type="datetimeFigureOut">
              <a:rPr lang="it-IT" smtClean="0"/>
              <a:t>01/06/2026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3F39CA6-C41A-88CF-758B-88136D939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96C0DE-ECD4-0311-84DD-4B5BEC628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73E791-774D-4335-811C-5772E72C140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8640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&amp;f=1&amp;nofb=1&amp;ipt=7f007ddedac59a316099f152ee974586e2bc0109f21e6277003855d55f214445"/><Relationship Id="rId4" Type="http://schemas.openxmlformats.org/officeDocument/2006/relationships/image" Target="../media/image3.png&amp;f=1&amp;nofb=1&amp;ipt=bff976d1ca6085441392c01f791d48ea89cb481575f865b8cb73db861ee7e72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agono 11">
            <a:extLst>
              <a:ext uri="{FF2B5EF4-FFF2-40B4-BE49-F238E27FC236}">
                <a16:creationId xmlns:a16="http://schemas.microsoft.com/office/drawing/2014/main" id="{3C43AF7F-4808-7FA2-2945-F0A36D9F6A83}"/>
              </a:ext>
            </a:extLst>
          </p:cNvPr>
          <p:cNvSpPr/>
          <p:nvPr/>
        </p:nvSpPr>
        <p:spPr>
          <a:xfrm>
            <a:off x="2790025" y="418612"/>
            <a:ext cx="6611950" cy="6020776"/>
          </a:xfrm>
          <a:prstGeom prst="hexagon">
            <a:avLst/>
          </a:prstGeom>
          <a:solidFill>
            <a:srgbClr val="EFEFE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4" name="Esagono 3">
            <a:extLst>
              <a:ext uri="{FF2B5EF4-FFF2-40B4-BE49-F238E27FC236}">
                <a16:creationId xmlns:a16="http://schemas.microsoft.com/office/drawing/2014/main" id="{5832E323-A1DD-C656-6765-C142B798A88F}"/>
              </a:ext>
            </a:extLst>
          </p:cNvPr>
          <p:cNvSpPr/>
          <p:nvPr/>
        </p:nvSpPr>
        <p:spPr>
          <a:xfrm>
            <a:off x="3968726" y="1491925"/>
            <a:ext cx="4254548" cy="3874149"/>
          </a:xfrm>
          <a:prstGeom prst="hexagon">
            <a:avLst/>
          </a:prstGeom>
          <a:solidFill>
            <a:srgbClr val="FFEBB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noProof="0" dirty="0">
                <a:solidFill>
                  <a:schemeClr val="tx1"/>
                </a:solidFill>
              </a:rPr>
              <a:t>Application</a:t>
            </a:r>
            <a:r>
              <a:rPr lang="ro-RO" dirty="0">
                <a:solidFill>
                  <a:schemeClr val="tx1"/>
                </a:solidFill>
              </a:rPr>
              <a:t> Layer</a:t>
            </a:r>
          </a:p>
          <a:p>
            <a:pPr algn="ctr"/>
            <a:r>
              <a:rPr lang="ro-RO" sz="1400" dirty="0">
                <a:solidFill>
                  <a:schemeClr val="tx1"/>
                </a:solidFill>
              </a:rPr>
              <a:t>Use Cases Services</a:t>
            </a: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5E85933-BCD9-EE45-DEC9-16A9D82EC70F}"/>
              </a:ext>
            </a:extLst>
          </p:cNvPr>
          <p:cNvSpPr txBox="1"/>
          <p:nvPr/>
        </p:nvSpPr>
        <p:spPr>
          <a:xfrm>
            <a:off x="4945626" y="2027558"/>
            <a:ext cx="230074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o-RO" sz="2400" b="1" dirty="0"/>
              <a:t>Core</a:t>
            </a:r>
            <a:endParaRPr lang="it-IT" b="1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32E9EDD-FC32-23A8-83A4-4E671CF8FA52}"/>
              </a:ext>
            </a:extLst>
          </p:cNvPr>
          <p:cNvSpPr txBox="1"/>
          <p:nvPr/>
        </p:nvSpPr>
        <p:spPr>
          <a:xfrm>
            <a:off x="4945626" y="4347496"/>
            <a:ext cx="230074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Domain Layer</a:t>
            </a:r>
          </a:p>
          <a:p>
            <a:pPr algn="ctr"/>
            <a:r>
              <a:rPr lang="ro-RO" sz="1400" dirty="0"/>
              <a:t>Entità</a:t>
            </a:r>
          </a:p>
          <a:p>
            <a:pPr algn="ctr"/>
            <a:r>
              <a:rPr lang="ro-RO" sz="1400" dirty="0"/>
              <a:t>Business Rules</a:t>
            </a:r>
            <a:endParaRPr lang="it-IT" sz="1400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AB966E2-C4C0-AFF1-BAC8-77CFC1B3FCAA}"/>
              </a:ext>
            </a:extLst>
          </p:cNvPr>
          <p:cNvSpPr/>
          <p:nvPr/>
        </p:nvSpPr>
        <p:spPr>
          <a:xfrm rot="17789040">
            <a:off x="4019070" y="2334121"/>
            <a:ext cx="1337187" cy="557981"/>
          </a:xfrm>
          <a:prstGeom prst="rect">
            <a:avLst/>
          </a:prstGeom>
          <a:solidFill>
            <a:srgbClr val="FFDF8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Port-In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ABDAD5E-A4D9-C696-0B35-67FCA37C9F2A}"/>
              </a:ext>
            </a:extLst>
          </p:cNvPr>
          <p:cNvSpPr/>
          <p:nvPr/>
        </p:nvSpPr>
        <p:spPr>
          <a:xfrm rot="3815895">
            <a:off x="6830242" y="2326620"/>
            <a:ext cx="1337187" cy="557981"/>
          </a:xfrm>
          <a:prstGeom prst="rect">
            <a:avLst/>
          </a:prstGeom>
          <a:solidFill>
            <a:srgbClr val="FFDF8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Port-Out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3C302BA-702B-7DCD-EBA7-931868F8346C}"/>
              </a:ext>
            </a:extLst>
          </p:cNvPr>
          <p:cNvSpPr txBox="1"/>
          <p:nvPr/>
        </p:nvSpPr>
        <p:spPr>
          <a:xfrm>
            <a:off x="5330405" y="534491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o-RO" sz="2400" b="1" dirty="0"/>
              <a:t>Adapters</a:t>
            </a:r>
          </a:p>
          <a:p>
            <a:pPr algn="ctr"/>
            <a:r>
              <a:rPr lang="ro-RO" sz="1200" dirty="0"/>
              <a:t>(</a:t>
            </a:r>
            <a:r>
              <a:rPr lang="ro-RO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infrastructure</a:t>
            </a:r>
            <a:r>
              <a:rPr lang="ro-RO" sz="1200" dirty="0"/>
              <a:t>)</a:t>
            </a:r>
            <a:endParaRPr lang="it-IT" sz="1200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52672A8-48E1-E93A-7961-FA6FB47CE39B}"/>
              </a:ext>
            </a:extLst>
          </p:cNvPr>
          <p:cNvSpPr/>
          <p:nvPr/>
        </p:nvSpPr>
        <p:spPr>
          <a:xfrm rot="17789040">
            <a:off x="3274024" y="1954830"/>
            <a:ext cx="1337187" cy="557981"/>
          </a:xfrm>
          <a:prstGeom prst="rect">
            <a:avLst/>
          </a:prstGeom>
          <a:solidFill>
            <a:srgbClr val="D9D9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Adapter UI</a:t>
            </a:r>
          </a:p>
          <a:p>
            <a:pPr algn="ctr"/>
            <a:r>
              <a:rPr lang="ro-RO" sz="1200" dirty="0">
                <a:solidFill>
                  <a:schemeClr val="tx1"/>
                </a:solidFill>
              </a:rPr>
              <a:t>(</a:t>
            </a:r>
            <a:r>
              <a:rPr lang="ro-RO" sz="1200" dirty="0">
                <a:solidFill>
                  <a:schemeClr val="tx1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controller</a:t>
            </a:r>
            <a:r>
              <a:rPr lang="ro-RO" sz="1200" dirty="0">
                <a:solidFill>
                  <a:schemeClr val="tx1"/>
                </a:solidFill>
              </a:rPr>
              <a:t>)</a:t>
            </a:r>
            <a:endParaRPr lang="it-IT" sz="1200" dirty="0">
              <a:solidFill>
                <a:schemeClr val="tx1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D0BCF69-82EB-292F-5A76-3780D3C3E443}"/>
              </a:ext>
            </a:extLst>
          </p:cNvPr>
          <p:cNvSpPr/>
          <p:nvPr/>
        </p:nvSpPr>
        <p:spPr>
          <a:xfrm rot="3815895">
            <a:off x="7121628" y="1950615"/>
            <a:ext cx="2299771" cy="557981"/>
          </a:xfrm>
          <a:prstGeom prst="rect">
            <a:avLst/>
          </a:prstGeom>
          <a:solidFill>
            <a:srgbClr val="D9D9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Adapter JDBC</a:t>
            </a:r>
          </a:p>
          <a:p>
            <a:pPr algn="ctr"/>
            <a:r>
              <a:rPr lang="ro-RO" sz="1100" dirty="0">
                <a:solidFill>
                  <a:schemeClr val="tx1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(persistence.jdbc)</a:t>
            </a:r>
            <a:endParaRPr lang="it-IT" sz="1100" dirty="0">
              <a:solidFill>
                <a:schemeClr val="tx1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A9ABF3F9-8F3E-4CA0-8301-4873F7D7CAB7}"/>
              </a:ext>
            </a:extLst>
          </p:cNvPr>
          <p:cNvCxnSpPr>
            <a:stCxn id="7" idx="0"/>
            <a:endCxn id="15" idx="2"/>
          </p:cNvCxnSpPr>
          <p:nvPr/>
        </p:nvCxnSpPr>
        <p:spPr>
          <a:xfrm flipH="1" flipV="1">
            <a:off x="4192331" y="2358235"/>
            <a:ext cx="245620" cy="130461"/>
          </a:xfrm>
          <a:prstGeom prst="line">
            <a:avLst/>
          </a:prstGeom>
          <a:ln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CE7FFBA9-C3AE-A088-09EB-71CB6356B3EB}"/>
              </a:ext>
            </a:extLst>
          </p:cNvPr>
          <p:cNvCxnSpPr>
            <a:stCxn id="9" idx="0"/>
            <a:endCxn id="17" idx="2"/>
          </p:cNvCxnSpPr>
          <p:nvPr/>
        </p:nvCxnSpPr>
        <p:spPr>
          <a:xfrm flipV="1">
            <a:off x="7748727" y="2353663"/>
            <a:ext cx="272895" cy="127891"/>
          </a:xfrm>
          <a:prstGeom prst="line">
            <a:avLst/>
          </a:prstGeom>
          <a:ln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Immagine 21" descr="Simple Computer icon. The icon can be used for websites, print ...">
            <a:extLst>
              <a:ext uri="{FF2B5EF4-FFF2-40B4-BE49-F238E27FC236}">
                <a16:creationId xmlns:a16="http://schemas.microsoft.com/office/drawing/2014/main" id="{C2EBB3BA-17AA-9C2F-C712-779D0166CE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71" t="18156" r="16895" b="19256"/>
          <a:stretch>
            <a:fillRect/>
          </a:stretch>
        </p:blipFill>
        <p:spPr>
          <a:xfrm>
            <a:off x="2072987" y="1358205"/>
            <a:ext cx="952500" cy="890649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8842A2D-37A2-D0E1-5668-9B3D6C7AB5B3}"/>
              </a:ext>
            </a:extLst>
          </p:cNvPr>
          <p:cNvSpPr txBox="1"/>
          <p:nvPr/>
        </p:nvSpPr>
        <p:spPr>
          <a:xfrm>
            <a:off x="2027409" y="2213959"/>
            <a:ext cx="1042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200" dirty="0"/>
              <a:t>Applicazione</a:t>
            </a:r>
            <a:endParaRPr lang="it-IT" sz="1200" dirty="0"/>
          </a:p>
        </p:txBody>
      </p: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B2AE7B62-4A43-BE4B-46A4-A8770244A669}"/>
              </a:ext>
            </a:extLst>
          </p:cNvPr>
          <p:cNvCxnSpPr>
            <a:stCxn id="15" idx="0"/>
            <a:endCxn id="22" idx="3"/>
          </p:cNvCxnSpPr>
          <p:nvPr/>
        </p:nvCxnSpPr>
        <p:spPr>
          <a:xfrm flipH="1" flipV="1">
            <a:off x="3025487" y="1803530"/>
            <a:ext cx="667418" cy="305875"/>
          </a:xfrm>
          <a:prstGeom prst="line">
            <a:avLst/>
          </a:prstGeom>
          <a:ln>
            <a:head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6" name="Immagine 25" descr="Simple Stick Figure Man Vector Art, Icons, and Graphics for Free Download">
            <a:extLst>
              <a:ext uri="{FF2B5EF4-FFF2-40B4-BE49-F238E27FC236}">
                <a16:creationId xmlns:a16="http://schemas.microsoft.com/office/drawing/2014/main" id="{C2F9B95C-26E8-F9AE-7FDA-947FF9D46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8346" y="1356051"/>
            <a:ext cx="894956" cy="894956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C8FA5032-F3A9-9177-0985-104A31E58B8B}"/>
              </a:ext>
            </a:extLst>
          </p:cNvPr>
          <p:cNvSpPr txBox="1"/>
          <p:nvPr/>
        </p:nvSpPr>
        <p:spPr>
          <a:xfrm>
            <a:off x="701646" y="2213959"/>
            <a:ext cx="635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200" dirty="0"/>
              <a:t>Utente</a:t>
            </a:r>
            <a:endParaRPr lang="it-IT" sz="1200" dirty="0"/>
          </a:p>
        </p:txBody>
      </p: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B2BBCE36-A067-6322-1B33-4A4ED441C31D}"/>
              </a:ext>
            </a:extLst>
          </p:cNvPr>
          <p:cNvCxnSpPr>
            <a:cxnSpLocks/>
          </p:cNvCxnSpPr>
          <p:nvPr/>
        </p:nvCxnSpPr>
        <p:spPr>
          <a:xfrm flipH="1" flipV="1">
            <a:off x="1463302" y="1802175"/>
            <a:ext cx="609685" cy="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2" name="Immagine 31" descr="Database icon - Download on Iconfinder on Iconfinder">
            <a:extLst>
              <a:ext uri="{FF2B5EF4-FFF2-40B4-BE49-F238E27FC236}">
                <a16:creationId xmlns:a16="http://schemas.microsoft.com/office/drawing/2014/main" id="{9A97B8DE-336A-97AA-3344-22018A6BB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5244" y="900264"/>
            <a:ext cx="610710" cy="610710"/>
          </a:xfrm>
          <a:prstGeom prst="rect">
            <a:avLst/>
          </a:prstGeom>
        </p:spPr>
      </p:pic>
      <p:pic>
        <p:nvPicPr>
          <p:cNvPr id="33" name="Immagine 32" descr="Simple server icon. Data storage icon. Vector. 26530162 Vector Art at ...">
            <a:extLst>
              <a:ext uri="{FF2B5EF4-FFF2-40B4-BE49-F238E27FC236}">
                <a16:creationId xmlns:a16="http://schemas.microsoft.com/office/drawing/2014/main" id="{4F55E205-58BD-9A9F-AC9D-BC7C5B2E27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011" t="17408" r="16297" b="17407"/>
          <a:stretch>
            <a:fillRect/>
          </a:stretch>
        </p:blipFill>
        <p:spPr>
          <a:xfrm>
            <a:off x="9629239" y="1262616"/>
            <a:ext cx="717066" cy="690502"/>
          </a:xfrm>
          <a:prstGeom prst="rect">
            <a:avLst/>
          </a:prstGeom>
        </p:spPr>
      </p:pic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887075FA-C9CB-9562-200A-9AD107107229}"/>
              </a:ext>
            </a:extLst>
          </p:cNvPr>
          <p:cNvSpPr txBox="1"/>
          <p:nvPr/>
        </p:nvSpPr>
        <p:spPr>
          <a:xfrm>
            <a:off x="9296653" y="1978032"/>
            <a:ext cx="1735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o-RO" sz="1200" dirty="0"/>
              <a:t>Database MySQL</a:t>
            </a:r>
          </a:p>
          <a:p>
            <a:pPr algn="ctr"/>
            <a:r>
              <a:rPr lang="ro-RO" sz="1200" dirty="0"/>
              <a:t>Inizializzato dallo script</a:t>
            </a:r>
          </a:p>
          <a:p>
            <a:pPr algn="ctr"/>
            <a:r>
              <a:rPr lang="ro-RO" sz="1200" dirty="0"/>
              <a:t>dentro </a:t>
            </a:r>
            <a:r>
              <a:rPr lang="ro-RO" sz="1200" dirty="0"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db-init</a:t>
            </a:r>
            <a:endParaRPr lang="it-IT" sz="1200" dirty="0"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BEC26263-E3E0-4578-BE33-6D7D7414DB30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8521405" y="1633538"/>
            <a:ext cx="1051636" cy="472011"/>
          </a:xfrm>
          <a:prstGeom prst="line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9726D8F1-A734-2FFE-401D-2FAF209628B4}"/>
              </a:ext>
            </a:extLst>
          </p:cNvPr>
          <p:cNvCxnSpPr>
            <a:endCxn id="6" idx="0"/>
          </p:cNvCxnSpPr>
          <p:nvPr/>
        </p:nvCxnSpPr>
        <p:spPr>
          <a:xfrm>
            <a:off x="6095999" y="3752850"/>
            <a:ext cx="1" cy="5946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ettangolo con un angolo ritagliato 42">
            <a:extLst>
              <a:ext uri="{FF2B5EF4-FFF2-40B4-BE49-F238E27FC236}">
                <a16:creationId xmlns:a16="http://schemas.microsoft.com/office/drawing/2014/main" id="{3A53A66D-B596-EB3A-2EAA-D5A17BF06BC4}"/>
              </a:ext>
            </a:extLst>
          </p:cNvPr>
          <p:cNvSpPr/>
          <p:nvPr/>
        </p:nvSpPr>
        <p:spPr>
          <a:xfrm>
            <a:off x="4490490" y="4804755"/>
            <a:ext cx="869664" cy="698612"/>
          </a:xfrm>
          <a:prstGeom prst="snip1Rect">
            <a:avLst>
              <a:gd name="adj" fmla="val 3095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o-RO" sz="1000" dirty="0">
                <a:solidFill>
                  <a:schemeClr val="tx1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Beach</a:t>
            </a:r>
          </a:p>
          <a:p>
            <a:pPr algn="ctr"/>
            <a:r>
              <a:rPr lang="ro-RO" sz="1000" dirty="0">
                <a:solidFill>
                  <a:schemeClr val="tx1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Booking User</a:t>
            </a:r>
            <a:endParaRPr lang="it-IT" sz="1000" dirty="0">
              <a:solidFill>
                <a:schemeClr val="tx1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45" name="Rettangolo con un angolo ritagliato 44">
            <a:extLst>
              <a:ext uri="{FF2B5EF4-FFF2-40B4-BE49-F238E27FC236}">
                <a16:creationId xmlns:a16="http://schemas.microsoft.com/office/drawing/2014/main" id="{8263AEBB-EE15-AFE2-A49F-9586E71A2801}"/>
              </a:ext>
            </a:extLst>
          </p:cNvPr>
          <p:cNvSpPr/>
          <p:nvPr/>
        </p:nvSpPr>
        <p:spPr>
          <a:xfrm>
            <a:off x="11107215" y="5929611"/>
            <a:ext cx="771524" cy="400050"/>
          </a:xfrm>
          <a:prstGeom prst="snip1Rect">
            <a:avLst>
              <a:gd name="adj" fmla="val 3095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o-RO" sz="1000" dirty="0">
                <a:solidFill>
                  <a:schemeClr val="tx1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Esempi</a:t>
            </a:r>
            <a:endParaRPr lang="it-IT" sz="1000" dirty="0">
              <a:solidFill>
                <a:schemeClr val="tx1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sp>
        <p:nvSpPr>
          <p:cNvPr id="47" name="Rettangolo con un angolo ritagliato 46">
            <a:extLst>
              <a:ext uri="{FF2B5EF4-FFF2-40B4-BE49-F238E27FC236}">
                <a16:creationId xmlns:a16="http://schemas.microsoft.com/office/drawing/2014/main" id="{5070187F-FF6D-10C1-1162-CAB31B5BED67}"/>
              </a:ext>
            </a:extLst>
          </p:cNvPr>
          <p:cNvSpPr/>
          <p:nvPr/>
        </p:nvSpPr>
        <p:spPr>
          <a:xfrm>
            <a:off x="6552196" y="3700171"/>
            <a:ext cx="1597845" cy="400050"/>
          </a:xfrm>
          <a:prstGeom prst="snip1Rect">
            <a:avLst>
              <a:gd name="adj" fmla="val 3095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o-RO" sz="1000" dirty="0">
                <a:solidFill>
                  <a:schemeClr val="tx1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CreateBeachService</a:t>
            </a:r>
            <a:endParaRPr lang="it-IT" sz="1000" dirty="0">
              <a:solidFill>
                <a:schemeClr val="tx1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cxnSp>
        <p:nvCxnSpPr>
          <p:cNvPr id="49" name="Connettore curvo 48">
            <a:extLst>
              <a:ext uri="{FF2B5EF4-FFF2-40B4-BE49-F238E27FC236}">
                <a16:creationId xmlns:a16="http://schemas.microsoft.com/office/drawing/2014/main" id="{ED935739-ADD4-1CBA-196C-1B370358E313}"/>
              </a:ext>
            </a:extLst>
          </p:cNvPr>
          <p:cNvCxnSpPr>
            <a:cxnSpLocks/>
            <a:endCxn id="43" idx="3"/>
          </p:cNvCxnSpPr>
          <p:nvPr/>
        </p:nvCxnSpPr>
        <p:spPr>
          <a:xfrm rot="10800000" flipV="1">
            <a:off x="4925323" y="4538263"/>
            <a:ext cx="401323" cy="26649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Connettore curvo 51">
            <a:extLst>
              <a:ext uri="{FF2B5EF4-FFF2-40B4-BE49-F238E27FC236}">
                <a16:creationId xmlns:a16="http://schemas.microsoft.com/office/drawing/2014/main" id="{309E6333-4067-25C0-C5CC-6C142D4FB36D}"/>
              </a:ext>
            </a:extLst>
          </p:cNvPr>
          <p:cNvCxnSpPr>
            <a:cxnSpLocks/>
            <a:endCxn id="47" idx="3"/>
          </p:cNvCxnSpPr>
          <p:nvPr/>
        </p:nvCxnSpPr>
        <p:spPr>
          <a:xfrm>
            <a:off x="7025298" y="3454339"/>
            <a:ext cx="325821" cy="24583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" name="Rettangolo con un angolo ritagliato 55">
            <a:extLst>
              <a:ext uri="{FF2B5EF4-FFF2-40B4-BE49-F238E27FC236}">
                <a16:creationId xmlns:a16="http://schemas.microsoft.com/office/drawing/2014/main" id="{F8E168FF-6000-8231-1596-8DCA70AD3634}"/>
              </a:ext>
            </a:extLst>
          </p:cNvPr>
          <p:cNvSpPr/>
          <p:nvPr/>
        </p:nvSpPr>
        <p:spPr>
          <a:xfrm>
            <a:off x="3245009" y="3533191"/>
            <a:ext cx="1644979" cy="648284"/>
          </a:xfrm>
          <a:prstGeom prst="snip1Rect">
            <a:avLst>
              <a:gd name="adj" fmla="val 3095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o-RO" sz="1000" dirty="0">
                <a:solidFill>
                  <a:schemeClr val="tx1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CreateBeachUseCase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ManageBeachUseCase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BrowseBeachUseCase</a:t>
            </a:r>
          </a:p>
        </p:txBody>
      </p:sp>
      <p:cxnSp>
        <p:nvCxnSpPr>
          <p:cNvPr id="58" name="Connettore curvo 57">
            <a:extLst>
              <a:ext uri="{FF2B5EF4-FFF2-40B4-BE49-F238E27FC236}">
                <a16:creationId xmlns:a16="http://schemas.microsoft.com/office/drawing/2014/main" id="{4401AAEB-0A3A-E9BF-C981-A682B99714EA}"/>
              </a:ext>
            </a:extLst>
          </p:cNvPr>
          <p:cNvCxnSpPr>
            <a:cxnSpLocks/>
            <a:stCxn id="7" idx="1"/>
            <a:endCxn id="56" idx="0"/>
          </p:cNvCxnSpPr>
          <p:nvPr/>
        </p:nvCxnSpPr>
        <p:spPr>
          <a:xfrm rot="16200000" flipH="1">
            <a:off x="4316852" y="3284196"/>
            <a:ext cx="645791" cy="500482"/>
          </a:xfrm>
          <a:prstGeom prst="curvedConnector4">
            <a:avLst>
              <a:gd name="adj1" fmla="val 36362"/>
              <a:gd name="adj2" fmla="val 132263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2" name="Rettangolo con un angolo ritagliato 71">
            <a:extLst>
              <a:ext uri="{FF2B5EF4-FFF2-40B4-BE49-F238E27FC236}">
                <a16:creationId xmlns:a16="http://schemas.microsoft.com/office/drawing/2014/main" id="{0A1DD300-C405-EE4C-F857-DC6255CA5974}"/>
              </a:ext>
            </a:extLst>
          </p:cNvPr>
          <p:cNvSpPr/>
          <p:nvPr/>
        </p:nvSpPr>
        <p:spPr>
          <a:xfrm>
            <a:off x="5330405" y="1567415"/>
            <a:ext cx="1626057" cy="483568"/>
          </a:xfrm>
          <a:prstGeom prst="snip1Rect">
            <a:avLst>
              <a:gd name="adj" fmla="val 3095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o-RO" sz="1000" dirty="0">
                <a:solidFill>
                  <a:schemeClr val="tx1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BeachRepository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TransactionManager</a:t>
            </a:r>
          </a:p>
        </p:txBody>
      </p:sp>
      <p:cxnSp>
        <p:nvCxnSpPr>
          <p:cNvPr id="74" name="Connettore curvo 73">
            <a:extLst>
              <a:ext uri="{FF2B5EF4-FFF2-40B4-BE49-F238E27FC236}">
                <a16:creationId xmlns:a16="http://schemas.microsoft.com/office/drawing/2014/main" id="{779090C2-0A13-7575-8608-18C8BE17D095}"/>
              </a:ext>
            </a:extLst>
          </p:cNvPr>
          <p:cNvCxnSpPr>
            <a:cxnSpLocks/>
            <a:stCxn id="9" idx="1"/>
            <a:endCxn id="72" idx="0"/>
          </p:cNvCxnSpPr>
          <p:nvPr/>
        </p:nvCxnSpPr>
        <p:spPr>
          <a:xfrm rot="16200000" flipV="1">
            <a:off x="6980223" y="1785438"/>
            <a:ext cx="197554" cy="24507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2" name="Rettangolo con un angolo ritagliato 81">
            <a:extLst>
              <a:ext uri="{FF2B5EF4-FFF2-40B4-BE49-F238E27FC236}">
                <a16:creationId xmlns:a16="http://schemas.microsoft.com/office/drawing/2014/main" id="{BCA9E71D-E1F4-33E6-C160-3D8DD09C26B9}"/>
              </a:ext>
            </a:extLst>
          </p:cNvPr>
          <p:cNvSpPr/>
          <p:nvPr/>
        </p:nvSpPr>
        <p:spPr>
          <a:xfrm>
            <a:off x="9157615" y="3356518"/>
            <a:ext cx="1735089" cy="400050"/>
          </a:xfrm>
          <a:prstGeom prst="snip1Rect">
            <a:avLst>
              <a:gd name="adj" fmla="val 3095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o-RO" sz="1000" dirty="0">
                <a:solidFill>
                  <a:schemeClr val="tx1"/>
                </a:solidFill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JdbcBeachRepository</a:t>
            </a:r>
            <a:endParaRPr lang="it-IT" sz="1000" dirty="0">
              <a:solidFill>
                <a:schemeClr val="tx1"/>
              </a:solidFill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  <p:cxnSp>
        <p:nvCxnSpPr>
          <p:cNvPr id="84" name="Connettore curvo 83">
            <a:extLst>
              <a:ext uri="{FF2B5EF4-FFF2-40B4-BE49-F238E27FC236}">
                <a16:creationId xmlns:a16="http://schemas.microsoft.com/office/drawing/2014/main" id="{F6E22512-3F50-42F7-8106-DF479C304C03}"/>
              </a:ext>
            </a:extLst>
          </p:cNvPr>
          <p:cNvCxnSpPr>
            <a:stCxn id="17" idx="3"/>
            <a:endCxn id="82" idx="2"/>
          </p:cNvCxnSpPr>
          <p:nvPr/>
        </p:nvCxnSpPr>
        <p:spPr>
          <a:xfrm rot="16200000" flipH="1">
            <a:off x="8821726" y="3220653"/>
            <a:ext cx="296987" cy="37479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2035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49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Cascadia Code SemiLight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Narcis Daniel Neamtu</dc:creator>
  <cp:lastModifiedBy>Narcis Daniel Neamtu</cp:lastModifiedBy>
  <cp:revision>3</cp:revision>
  <dcterms:created xsi:type="dcterms:W3CDTF">2026-06-01T16:07:30Z</dcterms:created>
  <dcterms:modified xsi:type="dcterms:W3CDTF">2026-06-01T17:10:00Z</dcterms:modified>
</cp:coreProperties>
</file>